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0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594360" y="182880"/>
            <a:ext cx="1869401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FITBUDDY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685800" y="1325880"/>
            <a:ext cx="6183284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AI Fitness Plan Generator using Gemini Models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822960" y="2057400"/>
            <a:ext cx="10424160" cy="904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Team Leader: </a:t>
            </a:r>
            <a:r>
              <a:rPr altLang="en-GB" lang="en-US"/>
              <a:t>V</a:t>
            </a:r>
            <a:r>
              <a:rPr altLang="en-GB" lang="en-US"/>
              <a:t>.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a</a:t>
            </a:r>
            <a:r>
              <a:rPr altLang="en-GB" lang="en-US"/>
              <a:t>n</a:t>
            </a:r>
            <a:r>
              <a:rPr altLang="en-GB" lang="en-US"/>
              <a:t>e</a:t>
            </a:r>
            <a:r>
              <a:rPr altLang="en-GB" lang="en-US"/>
              <a:t>s</a:t>
            </a:r>
            <a:r>
              <a:rPr altLang="en-GB" lang="en-US"/>
              <a:t>h</a:t>
            </a:r>
            <a:endParaRPr altLang="en-US" lang="zh-CN"/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Team Members: </a:t>
            </a:r>
            <a:r>
              <a:rPr altLang="en-GB" lang="en-US"/>
              <a:t>K</a:t>
            </a:r>
            <a:r>
              <a:rPr altLang="en-GB" lang="en-US"/>
              <a:t>.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a</a:t>
            </a:r>
            <a:r>
              <a:rPr altLang="en-GB" lang="en-US"/>
              <a:t>v</a:t>
            </a:r>
            <a:r>
              <a:rPr altLang="en-GB" lang="en-US"/>
              <a:t>e</a:t>
            </a:r>
            <a:r>
              <a:rPr altLang="en-GB" lang="en-US"/>
              <a:t>e</a:t>
            </a:r>
            <a:r>
              <a:rPr altLang="en-GB" lang="en-US"/>
              <a:t>n</a:t>
            </a:r>
            <a:r>
              <a:rPr altLang="en-GB" lang="en-US"/>
              <a:t> </a:t>
            </a:r>
            <a:r>
              <a:rPr altLang="en-GB" lang="en-US"/>
              <a:t>K</a:t>
            </a:r>
            <a:r>
              <a:rPr altLang="en-GB" lang="en-US"/>
              <a:t>u</a:t>
            </a:r>
            <a:r>
              <a:rPr altLang="en-GB" lang="en-US"/>
              <a:t>m</a:t>
            </a:r>
            <a:r>
              <a:rPr altLang="en-GB" lang="en-US"/>
              <a:t>a</a:t>
            </a:r>
            <a:r>
              <a:rPr altLang="en-GB" lang="en-US"/>
              <a:t>r</a:t>
            </a:r>
            <a:r>
              <a:rPr altLang="en-GB" lang="en-US"/>
              <a:t>,</a:t>
            </a:r>
            <a:r>
              <a:rPr altLang="en-GB" lang="en-US"/>
              <a:t> </a:t>
            </a:r>
            <a:r>
              <a:rPr altLang="en-GB" lang="en-US"/>
              <a:t>S</a:t>
            </a:r>
            <a:r>
              <a:rPr altLang="en-GB" lang="en-US"/>
              <a:t>.</a:t>
            </a:r>
            <a:r>
              <a:rPr altLang="en-GB" lang="en-US"/>
              <a:t> 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i</a:t>
            </a:r>
            <a:r>
              <a:rPr altLang="en-GB" lang="en-US"/>
              <a:t>t</a:t>
            </a:r>
            <a:r>
              <a:rPr altLang="en-GB" lang="en-US"/>
              <a:t>h</a:t>
            </a:r>
            <a:r>
              <a:rPr altLang="en-GB" lang="en-US"/>
              <a:t>v</a:t>
            </a:r>
            <a:r>
              <a:rPr altLang="en-GB" lang="en-US"/>
              <a:t>i</a:t>
            </a:r>
            <a:r>
              <a:rPr altLang="en-GB" lang="en-US"/>
              <a:t>raj</a:t>
            </a:r>
            <a:r>
              <a:rPr altLang="en-GB" lang="en-US"/>
              <a:t>,</a:t>
            </a:r>
            <a:r>
              <a:rPr altLang="en-GB" lang="en-US"/>
              <a:t>D</a:t>
            </a:r>
            <a:r>
              <a:rPr altLang="en-GB" lang="en-US"/>
              <a:t>.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i</a:t>
            </a:r>
            <a:r>
              <a:rPr altLang="en-GB" lang="en-US"/>
              <a:t>y</a:t>
            </a:r>
            <a:r>
              <a:rPr altLang="en-GB" lang="en-US"/>
              <a:t>a</a:t>
            </a:r>
            <a:r>
              <a:rPr altLang="en-GB" lang="en-US"/>
              <a:t> </a:t>
            </a:r>
            <a:r>
              <a:rPr altLang="en-GB" lang="en-US"/>
              <a:t>d</a:t>
            </a:r>
            <a:r>
              <a:rPr altLang="en-GB" lang="en-US"/>
              <a:t>h</a:t>
            </a:r>
            <a:r>
              <a:rPr altLang="en-GB" lang="en-US"/>
              <a:t>a</a:t>
            </a:r>
            <a:r>
              <a:rPr altLang="en-GB" lang="en-US"/>
              <a:t>nrashi</a:t>
            </a:r>
            <a:r>
              <a:rPr altLang="en-GB" lang="en-US"/>
              <a:t>,</a:t>
            </a:r>
            <a:r>
              <a:rPr altLang="en-GB" lang="en-US"/>
              <a:t>M</a:t>
            </a:r>
            <a:r>
              <a:rPr altLang="en-GB" lang="en-US"/>
              <a:t>.</a:t>
            </a:r>
            <a:r>
              <a:rPr altLang="en-GB" lang="en-US"/>
              <a:t>R</a:t>
            </a:r>
            <a:r>
              <a:rPr altLang="en-GB" lang="en-US"/>
              <a:t>a</a:t>
            </a:r>
            <a:r>
              <a:rPr altLang="en-GB" lang="en-US"/>
              <a:t>g</a:t>
            </a:r>
            <a:r>
              <a:rPr altLang="en-GB" lang="en-US"/>
              <a:t>a</a:t>
            </a:r>
            <a:r>
              <a:rPr altLang="en-GB" lang="en-US"/>
              <a:t>v</a:t>
            </a:r>
            <a:r>
              <a:rPr altLang="en-GB" lang="en-US"/>
              <a:t>a</a:t>
            </a:r>
            <a:r>
              <a:rPr altLang="en-GB" lang="en-US"/>
              <a:t>n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1" name=""/>
        <p:cNvGrpSpPr/>
        <p:nvPr/>
      </p:nvGrpSpPr>
      <p:grpSpPr>
        <a:xfrm/>
      </p:grpSpPr>
      <p:sp>
        <p:nvSpPr>
          <p:cNvPr id="1048588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9" name="TextBox 2"/>
          <p:cNvSpPr txBox="1"/>
          <p:nvPr/>
        </p:nvSpPr>
        <p:spPr>
          <a:xfrm>
            <a:off x="594360" y="182880"/>
            <a:ext cx="2397195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1048590" name="TextBox 3"/>
          <p:cNvSpPr txBox="1"/>
          <p:nvPr/>
        </p:nvSpPr>
        <p:spPr>
          <a:xfrm>
            <a:off x="685800" y="1325880"/>
            <a:ext cx="2519681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What is FitBuddy?</a:t>
            </a:r>
          </a:p>
        </p:txBody>
      </p:sp>
      <p:sp>
        <p:nvSpPr>
          <p:cNvPr id="1048591" name="TextBox 4"/>
          <p:cNvSpPr txBox="1"/>
          <p:nvPr/>
        </p:nvSpPr>
        <p:spPr>
          <a:xfrm>
            <a:off x="822960" y="2057400"/>
            <a:ext cx="10424160" cy="1920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is an AI-powered fitness planning application.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uses Gemini models to generate personalized workout and fitness plans.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can be adapted to the user's goals, fitness level, available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aims to make fitness guidance simple, accessible, and personalized.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2" name=""/>
        <p:cNvGrpSpPr/>
        <p:nvPr/>
      </p:nvGrpSpPr>
      <p:grpSpPr>
        <a:xfrm/>
      </p:grpSpPr>
      <p:sp>
        <p:nvSpPr>
          <p:cNvPr id="1048592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2"/>
          <p:cNvSpPr txBox="1"/>
          <p:nvPr/>
        </p:nvSpPr>
        <p:spPr>
          <a:xfrm>
            <a:off x="594360" y="182880"/>
            <a:ext cx="3616395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1048594" name="TextBox 3"/>
          <p:cNvSpPr txBox="1"/>
          <p:nvPr/>
        </p:nvSpPr>
        <p:spPr>
          <a:xfrm>
            <a:off x="685800" y="1325880"/>
            <a:ext cx="2149049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Why FitBuddy?</a:t>
            </a:r>
          </a:p>
        </p:txBody>
      </p:sp>
      <p:sp>
        <p:nvSpPr>
          <p:cNvPr id="1048595" name="TextBox 4"/>
          <p:cNvSpPr txBox="1"/>
          <p:nvPr/>
        </p:nvSpPr>
        <p:spPr>
          <a:xfrm>
            <a:off x="822960" y="2057400"/>
            <a:ext cx="10424160" cy="1920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Many beginners do not know how to create a suitable workout routine.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Generic fitness plans may not match individual goals or abilities.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often need quick, easy-to-understand guidance.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uses AI to generate a structured plan from user-provided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3" name=""/>
        <p:cNvGrpSpPr/>
        <p:nvPr/>
      </p:nvGrpSpPr>
      <p:grpSpPr>
        <a:xfrm/>
      </p:grpSpPr>
      <p:sp>
        <p:nvSpPr>
          <p:cNvPr id="1048596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2"/>
          <p:cNvSpPr txBox="1"/>
          <p:nvPr/>
        </p:nvSpPr>
        <p:spPr>
          <a:xfrm>
            <a:off x="594360" y="182880"/>
            <a:ext cx="3372962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3. Proposed System</a:t>
            </a:r>
          </a:p>
        </p:txBody>
      </p:sp>
      <p:sp>
        <p:nvSpPr>
          <p:cNvPr id="1048598" name="TextBox 3"/>
          <p:cNvSpPr txBox="1"/>
          <p:nvPr/>
        </p:nvSpPr>
        <p:spPr>
          <a:xfrm>
            <a:off x="685800" y="1325880"/>
            <a:ext cx="2899937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How FitBuddy Works</a:t>
            </a:r>
          </a:p>
        </p:txBody>
      </p:sp>
      <p:sp>
        <p:nvSpPr>
          <p:cNvPr id="1048599" name="TextBox 4"/>
          <p:cNvSpPr txBox="1"/>
          <p:nvPr/>
        </p:nvSpPr>
        <p:spPr>
          <a:xfrm>
            <a:off x="822960" y="2057400"/>
            <a:ext cx="10424160" cy="2428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 enters details such as goal, age, fitness level,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Gemini model processes the information using a suitable prompt.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 generates a personalized workout and fitness plan.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is displayed in a clear, user-friendly format.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can refine the plan by changing their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600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1" name="TextBox 2"/>
          <p:cNvSpPr txBox="1"/>
          <p:nvPr/>
        </p:nvSpPr>
        <p:spPr>
          <a:xfrm>
            <a:off x="594360" y="182880"/>
            <a:ext cx="2672130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4. Technologies</a:t>
            </a:r>
          </a:p>
        </p:txBody>
      </p:sp>
      <p:sp>
        <p:nvSpPr>
          <p:cNvPr id="1048602" name="TextBox 3"/>
          <p:cNvSpPr txBox="1"/>
          <p:nvPr/>
        </p:nvSpPr>
        <p:spPr>
          <a:xfrm>
            <a:off x="685800" y="1325880"/>
            <a:ext cx="2464763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Technology Stack</a:t>
            </a:r>
          </a:p>
        </p:txBody>
      </p:sp>
      <p:sp>
        <p:nvSpPr>
          <p:cNvPr id="1048603" name="TextBox 4"/>
          <p:cNvSpPr txBox="1"/>
          <p:nvPr/>
        </p:nvSpPr>
        <p:spPr>
          <a:xfrm>
            <a:off x="822960" y="2057400"/>
            <a:ext cx="10424160" cy="27330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Frontend: Web or mobile user interface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AI: Google Gemini models / Gemini API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Backend: Application server and API integration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Data: User preferences and generated plans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Core concepts: Generative AI, prompt engineering, personalization, and structured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1051560"/>
          </a:xfrm>
          <a:prstGeom prst="rect"/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594360" y="182880"/>
            <a:ext cx="4386829" cy="510539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FFFFFF"/>
                </a:solidFill>
              </a:defRPr>
            </a:pPr>
            <a:r>
              <a:t>5. Benefits &amp; Future Scope</a:t>
            </a:r>
          </a:p>
        </p:txBody>
      </p:sp>
      <p:sp>
        <p:nvSpPr>
          <p:cNvPr id="1048606" name="TextBox 3"/>
          <p:cNvSpPr txBox="1"/>
          <p:nvPr/>
        </p:nvSpPr>
        <p:spPr>
          <a:xfrm>
            <a:off x="685800" y="1325880"/>
            <a:ext cx="1630681" cy="434341"/>
          </a:xfrm>
          <a:prstGeom prst="rect"/>
          <a:noFill/>
        </p:spPr>
        <p:txBody>
          <a:bodyPr wrap="none">
            <a:spAutoFit/>
          </a:bodyPr>
          <a:p>
            <a:pPr>
              <a:defRPr b="1" sz="2300">
                <a:solidFill>
                  <a:srgbClr val="283741"/>
                </a:solidFill>
              </a:defRPr>
            </a:pPr>
            <a:r>
              <a:t>Conclusion</a:t>
            </a:r>
          </a:p>
        </p:txBody>
      </p:sp>
      <p:sp>
        <p:nvSpPr>
          <p:cNvPr id="1048607" name="TextBox 4"/>
          <p:cNvSpPr txBox="1"/>
          <p:nvPr/>
        </p:nvSpPr>
        <p:spPr>
          <a:xfrm>
            <a:off x="822960" y="2057400"/>
            <a:ext cx="10424160" cy="2529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Benefits: personalized plans, quick generation, simple interaction, and flexible routines.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Future scope: nutrition suggestions, progress tracking, reminders, wearable-device integration, and multilingual support.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demonstrates how Gemini-based Generative AI can support personalized fitness planning.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CPH2695</dc:creator>
  <cp:lastModifiedBy>Steve Canny</cp:lastModifiedBy>
  <dcterms:created xsi:type="dcterms:W3CDTF">2013-01-26T22:14:16Z</dcterms:created>
  <dcterms:modified xsi:type="dcterms:W3CDTF">2026-09-30T08:12:02Z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a1ca447568d34ee08fa36285838b365a_23</vt:lpwstr>
  </property>
</Properties>
</file>